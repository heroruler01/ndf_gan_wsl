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769" r:id="rId3"/>
    <p:sldMasterId id="2147483967" r:id="rId4"/>
    <p:sldMasterId id="2147484030" r:id="rId5"/>
  </p:sldMasterIdLst>
  <p:notesMasterIdLst>
    <p:notesMasterId r:id="rId11"/>
  </p:notesMasterIdLst>
  <p:handoutMasterIdLst>
    <p:handoutMasterId r:id="rId12"/>
  </p:handoutMasterIdLst>
  <p:sldIdLst>
    <p:sldId id="1944" r:id="rId6"/>
    <p:sldId id="1957" r:id="rId7"/>
    <p:sldId id="1911" r:id="rId8"/>
    <p:sldId id="1960" r:id="rId9"/>
    <p:sldId id="1961" r:id="rId10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B044503-B7DF-4327-87C5-E863516AD635}">
          <p14:sldIdLst>
            <p14:sldId id="1944"/>
          </p14:sldIdLst>
        </p14:section>
        <p14:section name="Navigation Bar" id="{11FBF8CF-3A22-4814-83CB-376559EF85EC}">
          <p14:sldIdLst>
            <p14:sldId id="1957"/>
            <p14:sldId id="1911"/>
            <p14:sldId id="1960"/>
            <p14:sldId id="1961"/>
          </p14:sldIdLst>
        </p14:section>
        <p14:section name="basic ver." id="{3DBA4490-5062-45D0-9E77-8931B9AF7BA8}">
          <p14:sldIdLst/>
        </p14:section>
        <p14:section name="extra temp." id="{D3AA1BDD-AE93-4C08-9FB3-59E6D515109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44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1440"/>
    <a:srgbClr val="267BB4"/>
    <a:srgbClr val="161958"/>
    <a:srgbClr val="000000"/>
    <a:srgbClr val="EF7C00"/>
    <a:srgbClr val="113E64"/>
    <a:srgbClr val="062448"/>
    <a:srgbClr val="003D7C"/>
    <a:srgbClr val="D9D9D9"/>
    <a:srgbClr val="791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6FFEC2-E42A-4E70-B23E-3DCA52C4984D}" styleName="补充样式9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F2F2F2"/>
          </a:solidFill>
        </a:fill>
      </a:tcStyle>
    </a:band2H>
    <a:band1V>
      <a:tcStyle>
        <a:tcBdr/>
        <a:fill>
          <a:solidFill>
            <a:srgbClr val="F2F2F2"/>
          </a:solidFill>
        </a:fill>
      </a:tcStyle>
    </a:band1V>
    <a:lastCol>
      <a:tcStyle>
        <a:tcBdr/>
        <a:fill>
          <a:solidFill>
            <a:schemeClr val="accent1">
              <a:lumMod val="20002"/>
              <a:lumOff val="79998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/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wCell>
      <a:tcTxStyle b="on">
        <a:fontRef idx="none">
          <a:srgbClr val="000000"/>
        </a:fontRef>
      </a:tcTxStyle>
      <a:tcStyle>
        <a:tcBdr/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accent1"/>
          </a:solidFill>
        </a:fill>
      </a:tcStyle>
    </a:firstRow>
    <a:nwCell>
      <a:tcTxStyle b="on">
        <a:fontRef idx="none">
          <a:srgbClr val="FFFFFF"/>
        </a:fontRef>
      </a:tcTxStyle>
      <a:tcStyle>
        <a:tcBdr/>
        <a:fill>
          <a:solidFill>
            <a:srgbClr val="3F3F3F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23" autoAdjust="0"/>
    <p:restoredTop sz="95256" autoAdjust="0"/>
  </p:normalViewPr>
  <p:slideViewPr>
    <p:cSldViewPr snapToGrid="0" showGuides="1">
      <p:cViewPr varScale="1">
        <p:scale>
          <a:sx n="91" d="100"/>
          <a:sy n="91" d="100"/>
        </p:scale>
        <p:origin x="516" y="56"/>
      </p:cViewPr>
      <p:guideLst>
        <p:guide orient="horz" pos="544"/>
        <p:guide pos="383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gs" Target="tags/tag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4.xml"/><Relationship Id="rId4" Type="http://schemas.openxmlformats.org/officeDocument/2006/relationships/tags" Target="../tags/tag7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4.xml"/><Relationship Id="rId4" Type="http://schemas.openxmlformats.org/officeDocument/2006/relationships/tags" Target="../tags/tag8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16.xml"/><Relationship Id="rId4" Type="http://schemas.openxmlformats.org/officeDocument/2006/relationships/tags" Target="../tags/tag11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20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25.xml"/><Relationship Id="rId4" Type="http://schemas.openxmlformats.org/officeDocument/2006/relationships/tags" Target="../tags/tag12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36.xml"/><Relationship Id="rId4" Type="http://schemas.openxmlformats.org/officeDocument/2006/relationships/tags" Target="../tags/tag135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41.xml"/><Relationship Id="rId4" Type="http://schemas.openxmlformats.org/officeDocument/2006/relationships/tags" Target="../tags/tag140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46.xml"/><Relationship Id="rId4" Type="http://schemas.openxmlformats.org/officeDocument/2006/relationships/tags" Target="../tags/tag145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149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9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6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70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78.xml"/><Relationship Id="rId4" Type="http://schemas.openxmlformats.org/officeDocument/2006/relationships/tags" Target="../tags/tag177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8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87.xml"/><Relationship Id="rId4" Type="http://schemas.openxmlformats.org/officeDocument/2006/relationships/tags" Target="../tags/tag18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98.xml"/><Relationship Id="rId4" Type="http://schemas.openxmlformats.org/officeDocument/2006/relationships/tags" Target="../tags/tag197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03.xml"/><Relationship Id="rId4" Type="http://schemas.openxmlformats.org/officeDocument/2006/relationships/tags" Target="../tags/tag20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08.xml"/><Relationship Id="rId4" Type="http://schemas.openxmlformats.org/officeDocument/2006/relationships/tags" Target="../tags/tag207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211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9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22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4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232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5" Type="http://schemas.openxmlformats.org/officeDocument/2006/relationships/tags" Target="../tags/tag234.xml"/><Relationship Id="rId4" Type="http://schemas.openxmlformats.org/officeDocument/2006/relationships/tags" Target="../tags/tag23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tags" Target="../tags/tag236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40.xml"/><Relationship Id="rId4" Type="http://schemas.openxmlformats.org/officeDocument/2006/relationships/tags" Target="../tags/tag239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tags" Target="../tags/tag241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24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" Type="http://schemas.openxmlformats.org/officeDocument/2006/relationships/tags" Target="../tags/tag245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49.xml"/><Relationship Id="rId4" Type="http://schemas.openxmlformats.org/officeDocument/2006/relationships/tags" Target="../tags/tag24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" Type="http://schemas.openxmlformats.org/officeDocument/2006/relationships/tags" Target="../tags/tag256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260.xml"/><Relationship Id="rId4" Type="http://schemas.openxmlformats.org/officeDocument/2006/relationships/tags" Target="../tags/tag259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265.xml"/><Relationship Id="rId4" Type="http://schemas.openxmlformats.org/officeDocument/2006/relationships/tags" Target="../tags/tag26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270.xml"/><Relationship Id="rId4" Type="http://schemas.openxmlformats.org/officeDocument/2006/relationships/tags" Target="../tags/tag269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273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2" Type="http://schemas.openxmlformats.org/officeDocument/2006/relationships/tags" Target="../tags/tag278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9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tags" Target="../tags/tag285.xml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288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" Type="http://schemas.openxmlformats.org/officeDocument/2006/relationships/tags" Target="../tags/tag289.xml"/><Relationship Id="rId4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294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293.xml"/><Relationship Id="rId1" Type="http://schemas.openxmlformats.org/officeDocument/2006/relationships/tags" Target="../tags/tag292.xml"/><Relationship Id="rId6" Type="http://schemas.openxmlformats.org/officeDocument/2006/relationships/tags" Target="../tags/tag297.xml"/><Relationship Id="rId5" Type="http://schemas.openxmlformats.org/officeDocument/2006/relationships/tags" Target="../tags/tag296.xml"/><Relationship Id="rId4" Type="http://schemas.openxmlformats.org/officeDocument/2006/relationships/tags" Target="../tags/tag29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" Type="http://schemas.openxmlformats.org/officeDocument/2006/relationships/tags" Target="../tags/tag298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302.xml"/><Relationship Id="rId4" Type="http://schemas.openxmlformats.org/officeDocument/2006/relationships/tags" Target="../tags/tag30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" Type="http://schemas.openxmlformats.org/officeDocument/2006/relationships/tags" Target="../tags/tag303.xml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30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311.xml"/><Relationship Id="rId4" Type="http://schemas.openxmlformats.org/officeDocument/2006/relationships/tags" Target="../tags/tag3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段文字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 userDrawn="1">
            <p:ph sz="quarter" idx="13"/>
          </p:nvPr>
        </p:nvSpPr>
        <p:spPr>
          <a:xfrm>
            <a:off x="830598" y="1395528"/>
            <a:ext cx="414654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9" name="内容占位符 2"/>
          <p:cNvSpPr>
            <a:spLocks noGrp="1"/>
          </p:cNvSpPr>
          <p:nvPr>
            <p:ph sz="quarter" idx="15"/>
          </p:nvPr>
        </p:nvSpPr>
        <p:spPr>
          <a:xfrm>
            <a:off x="3548398" y="1395528"/>
            <a:ext cx="414654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5" name="内容占位符 2"/>
          <p:cNvSpPr>
            <a:spLocks noGrp="1"/>
          </p:cNvSpPr>
          <p:nvPr>
            <p:ph sz="quarter" idx="17"/>
          </p:nvPr>
        </p:nvSpPr>
        <p:spPr>
          <a:xfrm>
            <a:off x="6266198" y="1395528"/>
            <a:ext cx="414654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1" name="内容占位符 2"/>
          <p:cNvSpPr>
            <a:spLocks noGrp="1"/>
          </p:cNvSpPr>
          <p:nvPr>
            <p:ph sz="quarter" idx="19"/>
          </p:nvPr>
        </p:nvSpPr>
        <p:spPr>
          <a:xfrm>
            <a:off x="8996698" y="1395528"/>
            <a:ext cx="414654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任意多边形: 形状 18"/>
          <p:cNvSpPr/>
          <p:nvPr userDrawn="1"/>
        </p:nvSpPr>
        <p:spPr>
          <a:xfrm>
            <a:off x="1" y="267172"/>
            <a:ext cx="9486459" cy="579395"/>
          </a:xfrm>
          <a:custGeom>
            <a:avLst/>
            <a:gdLst>
              <a:gd name="connsiteX0" fmla="*/ 9472293 w 9486459"/>
              <a:gd name="connsiteY0" fmla="*/ 0 h 579395"/>
              <a:gd name="connsiteX1" fmla="*/ 9486459 w 9486459"/>
              <a:gd name="connsiteY1" fmla="*/ 0 h 579395"/>
              <a:gd name="connsiteX2" fmla="*/ 9122539 w 9486459"/>
              <a:gd name="connsiteY2" fmla="*/ 579395 h 579395"/>
              <a:gd name="connsiteX3" fmla="*/ 9108373 w 9486459"/>
              <a:gd name="connsiteY3" fmla="*/ 579395 h 579395"/>
              <a:gd name="connsiteX4" fmla="*/ 9383852 w 9486459"/>
              <a:gd name="connsiteY4" fmla="*/ 0 h 579395"/>
              <a:gd name="connsiteX5" fmla="*/ 9434831 w 9486459"/>
              <a:gd name="connsiteY5" fmla="*/ 0 h 579395"/>
              <a:gd name="connsiteX6" fmla="*/ 9070911 w 9486459"/>
              <a:gd name="connsiteY6" fmla="*/ 579395 h 579395"/>
              <a:gd name="connsiteX7" fmla="*/ 9019932 w 9486459"/>
              <a:gd name="connsiteY7" fmla="*/ 579395 h 579395"/>
              <a:gd name="connsiteX8" fmla="*/ 0 w 9486459"/>
              <a:gd name="connsiteY8" fmla="*/ 0 h 579395"/>
              <a:gd name="connsiteX9" fmla="*/ 9345418 w 9486459"/>
              <a:gd name="connsiteY9" fmla="*/ 0 h 579395"/>
              <a:gd name="connsiteX10" fmla="*/ 8977879 w 9486459"/>
              <a:gd name="connsiteY10" fmla="*/ 579395 h 579395"/>
              <a:gd name="connsiteX11" fmla="*/ 0 w 9486459"/>
              <a:gd name="connsiteY11" fmla="*/ 579395 h 57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86459" h="579395">
                <a:moveTo>
                  <a:pt x="9472293" y="0"/>
                </a:moveTo>
                <a:lnTo>
                  <a:pt x="9486459" y="0"/>
                </a:lnTo>
                <a:lnTo>
                  <a:pt x="9122539" y="579395"/>
                </a:lnTo>
                <a:lnTo>
                  <a:pt x="9108373" y="579395"/>
                </a:lnTo>
                <a:close/>
                <a:moveTo>
                  <a:pt x="9383852" y="0"/>
                </a:moveTo>
                <a:lnTo>
                  <a:pt x="9434831" y="0"/>
                </a:lnTo>
                <a:lnTo>
                  <a:pt x="9070911" y="579395"/>
                </a:lnTo>
                <a:lnTo>
                  <a:pt x="9019932" y="579395"/>
                </a:lnTo>
                <a:close/>
                <a:moveTo>
                  <a:pt x="0" y="0"/>
                </a:moveTo>
                <a:lnTo>
                  <a:pt x="9345418" y="0"/>
                </a:lnTo>
                <a:lnTo>
                  <a:pt x="8977879" y="579395"/>
                </a:lnTo>
                <a:lnTo>
                  <a:pt x="0" y="579395"/>
                </a:lnTo>
                <a:close/>
              </a:path>
            </a:pathLst>
          </a:custGeom>
          <a:pattFill prst="wdDnDiag">
            <a:fgClr>
              <a:schemeClr val="accent1">
                <a:lumMod val="75000"/>
              </a:schemeClr>
            </a:fgClr>
            <a:bgClr>
              <a:schemeClr val="tx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240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443029" y="435931"/>
            <a:ext cx="257171" cy="208413"/>
            <a:chOff x="337460" y="322200"/>
            <a:chExt cx="257171" cy="208413"/>
          </a:xfrm>
        </p:grpSpPr>
        <p:sp>
          <p:nvSpPr>
            <p:cNvPr id="5" name="箭头: V 形 4"/>
            <p:cNvSpPr/>
            <p:nvPr userDrawn="1"/>
          </p:nvSpPr>
          <p:spPr>
            <a:xfrm>
              <a:off x="424769" y="322200"/>
              <a:ext cx="169862" cy="208413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6" name="任意多边形: 形状 5"/>
            <p:cNvSpPr/>
            <p:nvPr userDrawn="1"/>
          </p:nvSpPr>
          <p:spPr>
            <a:xfrm>
              <a:off x="371973" y="322200"/>
              <a:ext cx="120110" cy="208413"/>
            </a:xfrm>
            <a:custGeom>
              <a:avLst/>
              <a:gdLst>
                <a:gd name="connsiteX0" fmla="*/ 0 w 120110"/>
                <a:gd name="connsiteY0" fmla="*/ 0 h 208413"/>
                <a:gd name="connsiteX1" fmla="*/ 35179 w 120110"/>
                <a:gd name="connsiteY1" fmla="*/ 0 h 208413"/>
                <a:gd name="connsiteX2" fmla="*/ 120110 w 120110"/>
                <a:gd name="connsiteY2" fmla="*/ 104207 h 208413"/>
                <a:gd name="connsiteX3" fmla="*/ 35179 w 120110"/>
                <a:gd name="connsiteY3" fmla="*/ 208413 h 208413"/>
                <a:gd name="connsiteX4" fmla="*/ 0 w 120110"/>
                <a:gd name="connsiteY4" fmla="*/ 208413 h 208413"/>
                <a:gd name="connsiteX5" fmla="*/ 84931 w 120110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110" h="208413">
                  <a:moveTo>
                    <a:pt x="0" y="0"/>
                  </a:moveTo>
                  <a:lnTo>
                    <a:pt x="35179" y="0"/>
                  </a:lnTo>
                  <a:lnTo>
                    <a:pt x="120110" y="104207"/>
                  </a:lnTo>
                  <a:lnTo>
                    <a:pt x="35179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7" name="任意多边形: 形状 6"/>
            <p:cNvSpPr/>
            <p:nvPr userDrawn="1"/>
          </p:nvSpPr>
          <p:spPr>
            <a:xfrm>
              <a:off x="337460" y="322200"/>
              <a:ext cx="101826" cy="208413"/>
            </a:xfrm>
            <a:custGeom>
              <a:avLst/>
              <a:gdLst>
                <a:gd name="connsiteX0" fmla="*/ 0 w 101826"/>
                <a:gd name="connsiteY0" fmla="*/ 0 h 208413"/>
                <a:gd name="connsiteX1" fmla="*/ 16895 w 101826"/>
                <a:gd name="connsiteY1" fmla="*/ 0 h 208413"/>
                <a:gd name="connsiteX2" fmla="*/ 101826 w 101826"/>
                <a:gd name="connsiteY2" fmla="*/ 104207 h 208413"/>
                <a:gd name="connsiteX3" fmla="*/ 16895 w 101826"/>
                <a:gd name="connsiteY3" fmla="*/ 208413 h 208413"/>
                <a:gd name="connsiteX4" fmla="*/ 0 w 101826"/>
                <a:gd name="connsiteY4" fmla="*/ 208413 h 208413"/>
                <a:gd name="connsiteX5" fmla="*/ 84931 w 101826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826" h="208413">
                  <a:moveTo>
                    <a:pt x="0" y="0"/>
                  </a:moveTo>
                  <a:lnTo>
                    <a:pt x="16895" y="0"/>
                  </a:lnTo>
                  <a:lnTo>
                    <a:pt x="101826" y="104207"/>
                  </a:lnTo>
                  <a:lnTo>
                    <a:pt x="16895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660400" y="315249"/>
            <a:ext cx="7601971" cy="5078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 b="1" spc="3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20" name="内容占位符 2"/>
          <p:cNvSpPr>
            <a:spLocks noGrp="1"/>
          </p:cNvSpPr>
          <p:nvPr userDrawn="1">
            <p:ph sz="quarter" idx="14"/>
          </p:nvPr>
        </p:nvSpPr>
        <p:spPr>
          <a:xfrm>
            <a:off x="926079" y="1850019"/>
            <a:ext cx="2278836" cy="392006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30598" y="1444058"/>
            <a:ext cx="2147091" cy="4937806"/>
            <a:chOff x="917682" y="1444058"/>
            <a:chExt cx="2147091" cy="4937806"/>
          </a:xfrm>
        </p:grpSpPr>
        <p:cxnSp>
          <p:nvCxnSpPr>
            <p:cNvPr id="13" name="直接连接符 12"/>
            <p:cNvCxnSpPr/>
            <p:nvPr userDrawn="1"/>
          </p:nvCxnSpPr>
          <p:spPr>
            <a:xfrm>
              <a:off x="939906" y="1808194"/>
              <a:ext cx="0" cy="45736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内容占位符 2"/>
          <p:cNvSpPr>
            <a:spLocks noGrp="1"/>
          </p:cNvSpPr>
          <p:nvPr>
            <p:ph sz="quarter" idx="16"/>
          </p:nvPr>
        </p:nvSpPr>
        <p:spPr>
          <a:xfrm>
            <a:off x="3643879" y="1850019"/>
            <a:ext cx="2278836" cy="392006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3548398" y="1444058"/>
            <a:ext cx="2147091" cy="4937806"/>
            <a:chOff x="917682" y="1444058"/>
            <a:chExt cx="2147091" cy="4937806"/>
          </a:xfrm>
        </p:grpSpPr>
        <p:cxnSp>
          <p:nvCxnSpPr>
            <p:cNvPr id="42" name="直接连接符 41"/>
            <p:cNvCxnSpPr/>
            <p:nvPr userDrawn="1"/>
          </p:nvCxnSpPr>
          <p:spPr>
            <a:xfrm>
              <a:off x="939906" y="1808194"/>
              <a:ext cx="0" cy="45736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ea"/>
                <a:ea typeface="+mj-ea"/>
              </a:endParaRPr>
            </a:p>
          </p:txBody>
        </p:sp>
      </p:grpSp>
      <p:sp>
        <p:nvSpPr>
          <p:cNvPr id="46" name="内容占位符 2"/>
          <p:cNvSpPr>
            <a:spLocks noGrp="1"/>
          </p:cNvSpPr>
          <p:nvPr>
            <p:ph sz="quarter" idx="18"/>
          </p:nvPr>
        </p:nvSpPr>
        <p:spPr>
          <a:xfrm>
            <a:off x="6361679" y="1850019"/>
            <a:ext cx="2278836" cy="392006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6266198" y="1444058"/>
            <a:ext cx="2147091" cy="4937806"/>
            <a:chOff x="917682" y="1444058"/>
            <a:chExt cx="2147091" cy="4937806"/>
          </a:xfrm>
        </p:grpSpPr>
        <p:cxnSp>
          <p:nvCxnSpPr>
            <p:cNvPr id="48" name="直接连接符 47"/>
            <p:cNvCxnSpPr/>
            <p:nvPr userDrawn="1"/>
          </p:nvCxnSpPr>
          <p:spPr>
            <a:xfrm>
              <a:off x="939906" y="1808194"/>
              <a:ext cx="0" cy="45736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矩形 49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sp>
        <p:nvSpPr>
          <p:cNvPr id="52" name="内容占位符 2"/>
          <p:cNvSpPr>
            <a:spLocks noGrp="1"/>
          </p:cNvSpPr>
          <p:nvPr>
            <p:ph sz="quarter" idx="20"/>
          </p:nvPr>
        </p:nvSpPr>
        <p:spPr>
          <a:xfrm>
            <a:off x="9092179" y="1850019"/>
            <a:ext cx="2278836" cy="392006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53" name="组合 52"/>
          <p:cNvGrpSpPr/>
          <p:nvPr userDrawn="1"/>
        </p:nvGrpSpPr>
        <p:grpSpPr>
          <a:xfrm>
            <a:off x="8996698" y="1444058"/>
            <a:ext cx="2147091" cy="4937806"/>
            <a:chOff x="917682" y="1444058"/>
            <a:chExt cx="2147091" cy="4937806"/>
          </a:xfrm>
        </p:grpSpPr>
        <p:cxnSp>
          <p:nvCxnSpPr>
            <p:cNvPr id="54" name="直接连接符 53"/>
            <p:cNvCxnSpPr/>
            <p:nvPr userDrawn="1"/>
          </p:nvCxnSpPr>
          <p:spPr>
            <a:xfrm>
              <a:off x="939906" y="1808194"/>
              <a:ext cx="0" cy="45736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-1"/>
            <a:ext cx="12192000" cy="76925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gallery dir="l"/>
      </p:transition>
    </mc:Choice>
    <mc:Fallback xmlns="">
      <p:transition spd="slow" advTm="0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17" Type="http://schemas.openxmlformats.org/officeDocument/2006/relationships/tags" Target="../tags/tag68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67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66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6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tags" Target="../tags/tag128.xml"/><Relationship Id="rId3" Type="http://schemas.openxmlformats.org/officeDocument/2006/relationships/slideLayout" Target="../slideLayouts/slideLayout26.xml"/><Relationship Id="rId21" Type="http://schemas.openxmlformats.org/officeDocument/2006/relationships/tags" Target="../tags/tag131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tags" Target="../tags/tag127.xml"/><Relationship Id="rId2" Type="http://schemas.openxmlformats.org/officeDocument/2006/relationships/slideLayout" Target="../slideLayouts/slideLayout25.xml"/><Relationship Id="rId16" Type="http://schemas.openxmlformats.org/officeDocument/2006/relationships/tags" Target="../tags/tag126.xml"/><Relationship Id="rId20" Type="http://schemas.openxmlformats.org/officeDocument/2006/relationships/tags" Target="../tags/tag130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3.xml"/><Relationship Id="rId19" Type="http://schemas.openxmlformats.org/officeDocument/2006/relationships/tags" Target="../tags/tag129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18" Type="http://schemas.openxmlformats.org/officeDocument/2006/relationships/tags" Target="../tags/tag192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tags" Target="../tags/tag191.xml"/><Relationship Id="rId2" Type="http://schemas.openxmlformats.org/officeDocument/2006/relationships/slideLayout" Target="../slideLayouts/slideLayout39.xml"/><Relationship Id="rId16" Type="http://schemas.openxmlformats.org/officeDocument/2006/relationships/tags" Target="../tags/tag190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tags" Target="../tags/tag189.xml"/><Relationship Id="rId10" Type="http://schemas.openxmlformats.org/officeDocument/2006/relationships/slideLayout" Target="../slideLayouts/slideLayout47.xml"/><Relationship Id="rId19" Type="http://schemas.openxmlformats.org/officeDocument/2006/relationships/tags" Target="../tags/tag193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tags" Target="../tags/tag18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ags" Target="../tags/tag250.xml"/><Relationship Id="rId18" Type="http://schemas.openxmlformats.org/officeDocument/2006/relationships/tags" Target="../tags/tag25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17" Type="http://schemas.openxmlformats.org/officeDocument/2006/relationships/tags" Target="../tags/tag254.xml"/><Relationship Id="rId2" Type="http://schemas.openxmlformats.org/officeDocument/2006/relationships/slideLayout" Target="../slideLayouts/slideLayout51.xml"/><Relationship Id="rId16" Type="http://schemas.openxmlformats.org/officeDocument/2006/relationships/tags" Target="../tags/tag253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tags" Target="../tags/tag252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tags" Target="../tags/tag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  <p:sldLayoutId id="2147484032" r:id="rId2"/>
    <p:sldLayoutId id="2147484033" r:id="rId3"/>
    <p:sldLayoutId id="2147484034" r:id="rId4"/>
    <p:sldLayoutId id="2147484035" r:id="rId5"/>
    <p:sldLayoutId id="2147484036" r:id="rId6"/>
    <p:sldLayoutId id="2147484037" r:id="rId7"/>
    <p:sldLayoutId id="2147484038" r:id="rId8"/>
    <p:sldLayoutId id="2147484039" r:id="rId9"/>
    <p:sldLayoutId id="2147484040" r:id="rId10"/>
    <p:sldLayoutId id="214748404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" Type="http://schemas.openxmlformats.org/officeDocument/2006/relationships/tags" Target="../tags/tag31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1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18.xml"/><Relationship Id="rId7" Type="http://schemas.openxmlformats.org/officeDocument/2006/relationships/tags" Target="../tags/tag322.xml"/><Relationship Id="rId2" Type="http://schemas.openxmlformats.org/officeDocument/2006/relationships/tags" Target="../tags/tag317.xml"/><Relationship Id="rId1" Type="http://schemas.openxmlformats.org/officeDocument/2006/relationships/tags" Target="../tags/tag316.xml"/><Relationship Id="rId6" Type="http://schemas.openxmlformats.org/officeDocument/2006/relationships/tags" Target="../tags/tag321.xml"/><Relationship Id="rId5" Type="http://schemas.openxmlformats.org/officeDocument/2006/relationships/tags" Target="../tags/tag320.xml"/><Relationship Id="rId10" Type="http://schemas.openxmlformats.org/officeDocument/2006/relationships/image" Target="../media/image3.png"/><Relationship Id="rId4" Type="http://schemas.openxmlformats.org/officeDocument/2006/relationships/tags" Target="../tags/tag319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tags" Target="../tags/tag324.xml"/><Relationship Id="rId1" Type="http://schemas.openxmlformats.org/officeDocument/2006/relationships/tags" Target="../tags/tag32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2" Type="http://schemas.openxmlformats.org/officeDocument/2006/relationships/tags" Target="../tags/tag326.xml"/><Relationship Id="rId1" Type="http://schemas.openxmlformats.org/officeDocument/2006/relationships/tags" Target="../tags/tag325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28.xml"/><Relationship Id="rId1" Type="http://schemas.openxmlformats.org/officeDocument/2006/relationships/tags" Target="../tags/tag32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1933575"/>
            <a:ext cx="12192000" cy="2569210"/>
          </a:xfrm>
          <a:prstGeom prst="rect">
            <a:avLst/>
          </a:prstGeom>
          <a:solidFill>
            <a:srgbClr val="161958"/>
          </a:solidFill>
          <a:ln>
            <a:noFill/>
          </a:ln>
          <a:effectLst>
            <a:outerShdw blurRad="241300" dist="76200" dir="2700000" algn="tl" rotWithShape="0">
              <a:srgbClr val="00529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63320" y="2178685"/>
            <a:ext cx="10012680" cy="147256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j-lt"/>
              </a:rPr>
              <a:t>NDF-GAN-WSL(Neural Distance Field</a:t>
            </a:r>
            <a:r>
              <a:rPr lang="zh-CN" altLang="en-US" sz="4400" b="1" dirty="0">
                <a:solidFill>
                  <a:schemeClr val="bg1"/>
                </a:solidFill>
                <a:cs typeface="+mj-lt"/>
              </a:rPr>
              <a:t>）</a:t>
            </a:r>
            <a:endParaRPr lang="en-US" altLang="zh-CN" sz="4400" b="1" dirty="0">
              <a:solidFill>
                <a:schemeClr val="bg1"/>
              </a:solidFill>
              <a:cs typeface="+mj-lt"/>
            </a:endParaRPr>
          </a:p>
        </p:txBody>
      </p:sp>
      <p:sp>
        <p:nvSpPr>
          <p:cNvPr id="28" name="副标题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190240" y="4731385"/>
            <a:ext cx="5339080" cy="1472565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Presenter: WANG MENG</a:t>
            </a:r>
          </a:p>
          <a:p>
            <a:pPr algn="ctr"/>
            <a:r>
              <a:rPr lang="en-US" altLang="zh-CN" sz="2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Date:19</a:t>
            </a:r>
            <a:r>
              <a:rPr lang="en-US" altLang="zh-CN" sz="2000" baseline="30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th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JAN 2026</a:t>
            </a:r>
          </a:p>
        </p:txBody>
      </p:sp>
      <p:sp>
        <p:nvSpPr>
          <p:cNvPr id="5" name="副标题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426459" y="3651250"/>
            <a:ext cx="5873657" cy="1472565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Generative Models for 3D Shapes</a:t>
            </a:r>
          </a:p>
        </p:txBody>
      </p:sp>
      <p:pic>
        <p:nvPicPr>
          <p:cNvPr id="8" name="图片 7" descr="NTU_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1715" y="532130"/>
            <a:ext cx="3267075" cy="11728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86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0795" y="0"/>
            <a:ext cx="2541905" cy="863600"/>
          </a:xfrm>
          <a:prstGeom prst="rect">
            <a:avLst/>
          </a:prstGeom>
          <a:solidFill>
            <a:srgbClr val="1619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3"/>
            </p:custDataLst>
          </p:nvPr>
        </p:nvCxnSpPr>
        <p:spPr>
          <a:xfrm>
            <a:off x="-10795" y="857885"/>
            <a:ext cx="12198985" cy="0"/>
          </a:xfrm>
          <a:prstGeom prst="line">
            <a:avLst/>
          </a:prstGeom>
          <a:ln w="19050">
            <a:solidFill>
              <a:srgbClr val="D7144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08215" y="277495"/>
            <a:ext cx="0" cy="3448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501659" y="246790"/>
            <a:ext cx="120622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OVERVIEW</a:t>
            </a: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2836554" y="246155"/>
            <a:ext cx="233362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RESEARCH EXPERIENCE</a:t>
            </a: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5784859" y="245520"/>
            <a:ext cx="109156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WHY PHD</a:t>
            </a: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7506344" y="244885"/>
            <a:ext cx="21894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RESEARCH PROPOSAL</a:t>
            </a:r>
          </a:p>
        </p:txBody>
      </p:sp>
      <p:pic>
        <p:nvPicPr>
          <p:cNvPr id="4" name="图片 3" descr="alumni-regional-conference-2024-hanoi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5755" y="87630"/>
            <a:ext cx="1290955" cy="66357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5475605" y="277495"/>
            <a:ext cx="0" cy="3448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2635DF82-E0AE-B410-4FAD-B602172604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5062" y="890680"/>
            <a:ext cx="8676170" cy="580431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797401-7C7B-31AA-A9C6-3025FF6F3C30}"/>
              </a:ext>
            </a:extLst>
          </p:cNvPr>
          <p:cNvSpPr txBox="1"/>
          <p:nvPr/>
        </p:nvSpPr>
        <p:spPr>
          <a:xfrm>
            <a:off x="0" y="1542361"/>
            <a:ext cx="1626376" cy="210127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Futura Md BT" panose="020B0602020204020303" charset="0"/>
                <a:ea typeface="OPPOSans H" panose="00020600040101010101" charset="-122"/>
                <a:cs typeface="Futura Md BT" panose="020B0602020204020303" charset="0"/>
              </a:rPr>
              <a:t>FLOW </a:t>
            </a:r>
          </a:p>
          <a:p>
            <a:r>
              <a:rPr lang="en-US" altLang="zh-CN" sz="3200" dirty="0">
                <a:solidFill>
                  <a:srgbClr val="000000"/>
                </a:solidFill>
                <a:latin typeface="Futura Md BT" panose="020B0602020204020303" charset="0"/>
                <a:ea typeface="OPPOSans H" panose="00020600040101010101" charset="-122"/>
                <a:cs typeface="Futura Md BT" panose="020B0602020204020303" charset="0"/>
              </a:rPr>
              <a:t>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lvl="0"/>
            <a:r>
              <a:rPr lang="en-US" altLang="zh-CN" sz="3200" b="1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Overview: prepare_shapenet_dataset.py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986463" y="2264371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3" name="内容占位符 2"/>
          <p:cNvSpPr>
            <a:spLocks noGrp="1"/>
          </p:cNvSpPr>
          <p:nvPr/>
        </p:nvSpPr>
        <p:spPr>
          <a:xfrm>
            <a:off x="6394450" y="3256280"/>
            <a:ext cx="51854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4" name="内容占位符 2"/>
          <p:cNvSpPr>
            <a:spLocks noGrp="1"/>
          </p:cNvSpPr>
          <p:nvPr/>
        </p:nvSpPr>
        <p:spPr>
          <a:xfrm>
            <a:off x="6504940" y="2221790"/>
            <a:ext cx="51854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latin typeface="+mj-lt"/>
                <a:ea typeface="+mj-ea"/>
                <a:cs typeface="+mj-lt"/>
              </a:rPr>
              <a:t>Its primary mission is Data Transformation :</a:t>
            </a:r>
          </a:p>
          <a:p>
            <a:r>
              <a:rPr lang="en-US" altLang="zh-CN" sz="1800" dirty="0">
                <a:latin typeface="+mj-lt"/>
                <a:ea typeface="+mj-ea"/>
                <a:cs typeface="+mj-lt"/>
              </a:rPr>
              <a:t>1. Input : Raw .obj files (Mesh polygons).</a:t>
            </a:r>
            <a:r>
              <a:rPr lang="zh-CN" altLang="en-US" sz="1800" dirty="0">
                <a:latin typeface="+mj-lt"/>
                <a:ea typeface="+mj-ea"/>
                <a:cs typeface="+mj-lt"/>
              </a:rPr>
              <a:t>。</a:t>
            </a:r>
          </a:p>
          <a:p>
            <a:r>
              <a:rPr lang="en-US" altLang="zh-CN" sz="1800" dirty="0">
                <a:latin typeface="+mj-lt"/>
                <a:ea typeface="+mj-ea"/>
                <a:cs typeface="+mj-lt"/>
              </a:rPr>
              <a:t>2. Process :</a:t>
            </a:r>
          </a:p>
          <a:p>
            <a:r>
              <a:rPr lang="en-US" altLang="zh-CN" sz="1800" dirty="0">
                <a:latin typeface="+mj-lt"/>
                <a:ea typeface="+mj-ea"/>
                <a:cs typeface="+mj-lt"/>
              </a:rPr>
              <a:t>	○ Normalization: Scales the car to fit inside a unit </a:t>
            </a:r>
            <a:r>
              <a:rPr lang="en-US" altLang="zh-CN" sz="1800" dirty="0" err="1">
                <a:latin typeface="+mj-lt"/>
                <a:ea typeface="+mj-ea"/>
                <a:cs typeface="+mj-lt"/>
              </a:rPr>
              <a:t>sphereSampling</a:t>
            </a:r>
            <a:r>
              <a:rPr lang="en-US" altLang="zh-CN" sz="1800" dirty="0">
                <a:latin typeface="+mj-lt"/>
                <a:ea typeface="+mj-ea"/>
                <a:cs typeface="+mj-lt"/>
              </a:rPr>
              <a:t>: Picks thousands of points around the model. </a:t>
            </a:r>
          </a:p>
          <a:p>
            <a:r>
              <a:rPr lang="en-US" altLang="zh-CN" sz="1800" dirty="0">
                <a:latin typeface="+mj-lt"/>
                <a:ea typeface="+mj-ea"/>
                <a:cs typeface="+mj-lt"/>
              </a:rPr>
              <a:t>	○ Distance Calculation: Measures how far each point is from the model's surface. </a:t>
            </a:r>
          </a:p>
          <a:p>
            <a:r>
              <a:rPr lang="en-US" altLang="zh-CN" sz="1800" dirty="0">
                <a:latin typeface="+mj-lt"/>
                <a:ea typeface="+mj-ea"/>
                <a:cs typeface="+mj-lt"/>
              </a:rPr>
              <a:t>Output : .</a:t>
            </a:r>
            <a:r>
              <a:rPr lang="en-US" altLang="zh-CN" sz="1800" dirty="0" err="1">
                <a:latin typeface="+mj-lt"/>
                <a:ea typeface="+mj-ea"/>
                <a:cs typeface="+mj-lt"/>
              </a:rPr>
              <a:t>npy</a:t>
            </a:r>
            <a:r>
              <a:rPr lang="en-US" altLang="zh-CN" sz="1800" dirty="0">
                <a:latin typeface="+mj-lt"/>
                <a:ea typeface="+mj-ea"/>
                <a:cs typeface="+mj-lt"/>
              </a:rPr>
              <a:t> files containing (x, y, z, distance) data. 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pic>
        <p:nvPicPr>
          <p:cNvPr id="18" name="图片 17" descr="图片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1475" y="3937635"/>
            <a:ext cx="401955" cy="401955"/>
          </a:xfrm>
          <a:prstGeom prst="rect">
            <a:avLst/>
          </a:prstGeom>
        </p:spPr>
      </p:pic>
      <p:pic>
        <p:nvPicPr>
          <p:cNvPr id="5" name="图片 4" descr="NTU_Logo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5425" y="176530"/>
            <a:ext cx="1561465" cy="560705"/>
          </a:xfrm>
          <a:prstGeom prst="rect">
            <a:avLst/>
          </a:prstGeom>
        </p:spPr>
      </p:pic>
      <p:pic>
        <p:nvPicPr>
          <p:cNvPr id="26" name="图片 25" descr="图表&#10;&#10;AI 生成的内容可能不正确。">
            <a:extLst>
              <a:ext uri="{FF2B5EF4-FFF2-40B4-BE49-F238E27FC236}">
                <a16:creationId xmlns:a16="http://schemas.microsoft.com/office/drawing/2014/main" id="{D586ABA0-2228-CC08-5975-BB47A31C36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564" y="3256280"/>
            <a:ext cx="5372376" cy="3175163"/>
          </a:xfrm>
          <a:prstGeom prst="rect">
            <a:avLst/>
          </a:prstGeom>
        </p:spPr>
      </p:pic>
      <p:pic>
        <p:nvPicPr>
          <p:cNvPr id="20" name="图片 19" descr="卡通人物&#10;&#10;AI 生成的内容可能不正确。">
            <a:extLst>
              <a:ext uri="{FF2B5EF4-FFF2-40B4-BE49-F238E27FC236}">
                <a16:creationId xmlns:a16="http://schemas.microsoft.com/office/drawing/2014/main" id="{49D2872F-7CFD-3B64-E2EF-571CA7843F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280" y="1904609"/>
            <a:ext cx="2595460" cy="223400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D244-D67E-9DFA-A595-6A19F35A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358AE88-2B93-5A30-F2B5-4180242B596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0E9AD8-C386-1124-C471-676DDBA80449}"/>
              </a:ext>
            </a:extLst>
          </p:cNvPr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lvl="0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Overview: repare_watertight_internal_dataset.py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F34DF50-3E1B-0EC3-051D-BE5371C87BAA}"/>
              </a:ext>
            </a:extLst>
          </p:cNvPr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28B1660-8809-1CFF-F4D1-6D8ECBDE9B55}"/>
              </a:ext>
            </a:extLst>
          </p:cNvPr>
          <p:cNvSpPr/>
          <p:nvPr/>
        </p:nvSpPr>
        <p:spPr>
          <a:xfrm>
            <a:off x="5986463" y="2264371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9024AF20-D8CD-ACD8-1DC3-037B7CBC4778}"/>
              </a:ext>
            </a:extLst>
          </p:cNvPr>
          <p:cNvSpPr>
            <a:spLocks noGrp="1"/>
          </p:cNvSpPr>
          <p:nvPr/>
        </p:nvSpPr>
        <p:spPr>
          <a:xfrm>
            <a:off x="6394450" y="3256280"/>
            <a:ext cx="51854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DA68639F-2B1E-AC40-3658-F827F9D744CA}"/>
              </a:ext>
            </a:extLst>
          </p:cNvPr>
          <p:cNvSpPr>
            <a:spLocks noGrp="1"/>
          </p:cNvSpPr>
          <p:nvPr/>
        </p:nvSpPr>
        <p:spPr>
          <a:xfrm>
            <a:off x="917256" y="2507297"/>
            <a:ext cx="51854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This script is designed to generate an "Internal Kernel" for the original 3D mesh model (usually a surface shell, such as a car shell) and merge it with the original shell. </a:t>
            </a:r>
          </a:p>
          <a:p>
            <a:r>
              <a:rPr lang="en-US" altLang="zh-CN" dirty="0"/>
              <a:t>Input: The original.obj model (for example, the car in the 00 good folder). Output: </a:t>
            </a:r>
            <a:r>
              <a:rPr lang="en-US" altLang="zh-CN" dirty="0" err="1"/>
              <a:t>Enhanced.ply</a:t>
            </a:r>
            <a:r>
              <a:rPr lang="en-US" altLang="zh-CN" dirty="0"/>
              <a:t> model (save to 00 good watertight folder), including shell + reduced interior copy.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pic>
        <p:nvPicPr>
          <p:cNvPr id="18" name="图片 17" descr="图片">
            <a:extLst>
              <a:ext uri="{FF2B5EF4-FFF2-40B4-BE49-F238E27FC236}">
                <a16:creationId xmlns:a16="http://schemas.microsoft.com/office/drawing/2014/main" id="{3C04FB33-FFFD-6045-F20B-E6426EBCE22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1475" y="3937635"/>
            <a:ext cx="401955" cy="401955"/>
          </a:xfrm>
          <a:prstGeom prst="rect">
            <a:avLst/>
          </a:prstGeom>
        </p:spPr>
      </p:pic>
      <p:pic>
        <p:nvPicPr>
          <p:cNvPr id="5" name="图片 4" descr="NTU_Logo2">
            <a:extLst>
              <a:ext uri="{FF2B5EF4-FFF2-40B4-BE49-F238E27FC236}">
                <a16:creationId xmlns:a16="http://schemas.microsoft.com/office/drawing/2014/main" id="{C0472A82-06ED-D654-F55B-DEC726FD28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5425" y="176530"/>
            <a:ext cx="1561465" cy="560705"/>
          </a:xfrm>
          <a:prstGeom prst="rect">
            <a:avLst/>
          </a:prstGeom>
        </p:spPr>
      </p:pic>
      <p:pic>
        <p:nvPicPr>
          <p:cNvPr id="4" name="图片 3" descr="图片包含 游戏机, 电脑&#10;&#10;AI 生成的内容可能不正确。">
            <a:extLst>
              <a:ext uri="{FF2B5EF4-FFF2-40B4-BE49-F238E27FC236}">
                <a16:creationId xmlns:a16="http://schemas.microsoft.com/office/drawing/2014/main" id="{7E78F704-DF08-9F92-BF92-0AF51729E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008" y="2670756"/>
            <a:ext cx="4002946" cy="333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4642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FBA04-5E7D-50CA-EF40-43E90D42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EEF2284-1FD1-5B19-BE2B-E5A275D2FF2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9244C6-318E-080A-FF30-F9A42882E7ED}"/>
              </a:ext>
            </a:extLst>
          </p:cNvPr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lvl="0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Overview: prepare_internal_detail.py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F19155B-A6C4-EDA6-7BC9-1BE6FC8651C3}"/>
              </a:ext>
            </a:extLst>
          </p:cNvPr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E169AA4C-E616-72F5-4DC4-F4C83FD34DEF}"/>
              </a:ext>
            </a:extLst>
          </p:cNvPr>
          <p:cNvSpPr/>
          <p:nvPr/>
        </p:nvSpPr>
        <p:spPr>
          <a:xfrm>
            <a:off x="5986463" y="2264371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464BE210-A1B1-788E-AFE9-B01F86514B3A}"/>
              </a:ext>
            </a:extLst>
          </p:cNvPr>
          <p:cNvSpPr>
            <a:spLocks noGrp="1"/>
          </p:cNvSpPr>
          <p:nvPr/>
        </p:nvSpPr>
        <p:spPr>
          <a:xfrm>
            <a:off x="6394450" y="3256280"/>
            <a:ext cx="51854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96256B7C-F58A-BBFE-9671-63DE0794392E}"/>
              </a:ext>
            </a:extLst>
          </p:cNvPr>
          <p:cNvSpPr>
            <a:spLocks noGrp="1"/>
          </p:cNvSpPr>
          <p:nvPr/>
        </p:nvSpPr>
        <p:spPr>
          <a:xfrm>
            <a:off x="886777" y="1879601"/>
            <a:ext cx="855737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Function</a:t>
            </a:r>
            <a:r>
              <a:rPr lang="en-US" altLang="zh-CN" dirty="0"/>
              <a:t>: Automated model selection.</a:t>
            </a:r>
          </a:p>
          <a:p>
            <a:r>
              <a:rPr lang="en-US" altLang="zh-CN" b="1" dirty="0"/>
              <a:t>Workflow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b="0" dirty="0"/>
              <a:t>Calculate the Convex Hull of the 3D model.</a:t>
            </a:r>
          </a:p>
          <a:p>
            <a:pPr lvl="1"/>
            <a:r>
              <a:rPr lang="en-US" altLang="zh-CN" b="0" dirty="0"/>
              <a:t>Compute the Chamfer Distance (or average distance) between the surface point cloud of the original model and the surface point cloud of its convex hull.</a:t>
            </a:r>
          </a:p>
          <a:p>
            <a:pPr lvl="1"/>
            <a:r>
              <a:rPr lang="en-US" altLang="zh-CN" b="0" dirty="0"/>
              <a:t>A threshold (set to 0.029 in the code) is predefined; models with a calculated distance lower than the threshold are classified as "simple models" and discarded.</a:t>
            </a:r>
          </a:p>
        </p:txBody>
      </p:sp>
      <p:pic>
        <p:nvPicPr>
          <p:cNvPr id="18" name="图片 17" descr="图片">
            <a:extLst>
              <a:ext uri="{FF2B5EF4-FFF2-40B4-BE49-F238E27FC236}">
                <a16:creationId xmlns:a16="http://schemas.microsoft.com/office/drawing/2014/main" id="{01CD4BEB-83EC-3D8F-D1FF-C7DD92511CC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1475" y="3937635"/>
            <a:ext cx="401955" cy="401955"/>
          </a:xfrm>
          <a:prstGeom prst="rect">
            <a:avLst/>
          </a:prstGeom>
        </p:spPr>
      </p:pic>
      <p:pic>
        <p:nvPicPr>
          <p:cNvPr id="5" name="图片 4" descr="NTU_Logo2">
            <a:extLst>
              <a:ext uri="{FF2B5EF4-FFF2-40B4-BE49-F238E27FC236}">
                <a16:creationId xmlns:a16="http://schemas.microsoft.com/office/drawing/2014/main" id="{DDD2A12E-D3B7-0AD6-34FE-D7AAADA6E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5425" y="176530"/>
            <a:ext cx="1561465" cy="56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66389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46557,20211662,3637394],&quot;29&quot;:[50000199,50053374],&quot;71&quot;:[1],&quot;8&quot;:[20476944]}"/>
  <p:tag name="KSO_WPP_MARK_KEY" val="dbb17f7e-ca3a-42f4-b3d5-893ad055c8f9"/>
  <p:tag name="COMMONDATA" val="eyJoZGlkIjoiMzEwNTM5NzYwMDRjMzkwZTVkZjY2ODkwMGIxNGU0O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0"/>
  <p:tag name="KSO_WM_UNIT_TEXT_FILL_FORE_SCHEMECOLOR_INDEX" val="14"/>
  <p:tag name="KSO_WM_UNIT_TEXT_FILL_TYPE" val="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4,&quot;left&quot;:30.45,&quot;top&quot;:188.2,&quot;width&quot;:900.55}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4,&quot;left&quot;:30.45,&quot;top&quot;:188.2,&quot;width&quot;:900.55}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4,&quot;left&quot;:30.45,&quot;top&quot;:188.2,&quot;width&quot;:900.55}"/>
</p:tagLst>
</file>

<file path=ppt/theme/theme1.xml><?xml version="1.0" encoding="utf-8"?>
<a:theme xmlns:a="http://schemas.openxmlformats.org/drawingml/2006/main" name="WPS">
  <a:themeElements>
    <a:clrScheme name="">
      <a:dk1>
        <a:srgbClr val="000000"/>
      </a:dk1>
      <a:lt1>
        <a:srgbClr val="FFFFFF"/>
      </a:lt1>
      <a:dk2>
        <a:srgbClr val="062340"/>
      </a:dk2>
      <a:lt2>
        <a:srgbClr val="F3F9FE"/>
      </a:lt2>
      <a:accent1>
        <a:srgbClr val="161958"/>
      </a:accent1>
      <a:accent2>
        <a:srgbClr val="267BB4"/>
      </a:accent2>
      <a:accent3>
        <a:srgbClr val="D61440"/>
      </a:accent3>
      <a:accent4>
        <a:srgbClr val="FFFFFF"/>
      </a:accent4>
      <a:accent5>
        <a:srgbClr val="000000"/>
      </a:accent5>
      <a:accent6>
        <a:srgbClr val="FFFFFF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062340"/>
      </a:dk2>
      <a:lt2>
        <a:srgbClr val="F3F9FE"/>
      </a:lt2>
      <a:accent1>
        <a:srgbClr val="161958"/>
      </a:accent1>
      <a:accent2>
        <a:srgbClr val="267BB4"/>
      </a:accent2>
      <a:accent3>
        <a:srgbClr val="D61440"/>
      </a:accent3>
      <a:accent4>
        <a:srgbClr val="FFFFFF"/>
      </a:accent4>
      <a:accent5>
        <a:srgbClr val="000000"/>
      </a:accent5>
      <a:accent6>
        <a:srgbClr val="FFFFFF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0_WPS">
  <a:themeElements>
    <a:clrScheme name="">
      <a:dk1>
        <a:srgbClr val="000000"/>
      </a:dk1>
      <a:lt1>
        <a:srgbClr val="FFFFFF"/>
      </a:lt1>
      <a:dk2>
        <a:srgbClr val="062340"/>
      </a:dk2>
      <a:lt2>
        <a:srgbClr val="F3F9FE"/>
      </a:lt2>
      <a:accent1>
        <a:srgbClr val="161958"/>
      </a:accent1>
      <a:accent2>
        <a:srgbClr val="267BB4"/>
      </a:accent2>
      <a:accent3>
        <a:srgbClr val="D61440"/>
      </a:accent3>
      <a:accent4>
        <a:srgbClr val="FFFFFF"/>
      </a:accent4>
      <a:accent5>
        <a:srgbClr val="000000"/>
      </a:accent5>
      <a:accent6>
        <a:srgbClr val="FFFFFF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6_WPS">
  <a:themeElements>
    <a:clrScheme name="">
      <a:dk1>
        <a:srgbClr val="000000"/>
      </a:dk1>
      <a:lt1>
        <a:srgbClr val="FFFFFF"/>
      </a:lt1>
      <a:dk2>
        <a:srgbClr val="062340"/>
      </a:dk2>
      <a:lt2>
        <a:srgbClr val="F3F9FE"/>
      </a:lt2>
      <a:accent1>
        <a:srgbClr val="161958"/>
      </a:accent1>
      <a:accent2>
        <a:srgbClr val="267BB4"/>
      </a:accent2>
      <a:accent3>
        <a:srgbClr val="D61440"/>
      </a:accent3>
      <a:accent4>
        <a:srgbClr val="FFFFFF"/>
      </a:accent4>
      <a:accent5>
        <a:srgbClr val="000000"/>
      </a:accent5>
      <a:accent6>
        <a:srgbClr val="FFFFFF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1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EF7C00"/>
      </a:accent1>
      <a:accent2>
        <a:srgbClr val="113F65"/>
      </a:accent2>
      <a:accent3>
        <a:srgbClr val="031E41"/>
      </a:accent3>
      <a:accent4>
        <a:srgbClr val="E7E6E6"/>
      </a:accent4>
      <a:accent5>
        <a:srgbClr val="EF7C00"/>
      </a:accent5>
      <a:accent6>
        <a:srgbClr val="FFFFFF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</TotalTime>
  <Words>291</Words>
  <Application>Microsoft Office PowerPoint</Application>
  <PresentationFormat>宽屏</PresentationFormat>
  <Paragraphs>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Futura Md BT</vt:lpstr>
      <vt:lpstr>Arial</vt:lpstr>
      <vt:lpstr>Calibri</vt:lpstr>
      <vt:lpstr>Wingdings</vt:lpstr>
      <vt:lpstr>WPS</vt:lpstr>
      <vt:lpstr>1_WPS</vt:lpstr>
      <vt:lpstr>10_WPS</vt:lpstr>
      <vt:lpstr>26_WPS</vt:lpstr>
      <vt:lpstr>31_WPS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#WANG MENG#</cp:lastModifiedBy>
  <cp:revision>660</cp:revision>
  <dcterms:created xsi:type="dcterms:W3CDTF">2019-06-19T02:08:00Z</dcterms:created>
  <dcterms:modified xsi:type="dcterms:W3CDTF">2026-01-19T08:12:39Z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9DDF1A41A5894AC981D73F30FB9E8147_13</vt:lpwstr>
  </property>
</Properties>
</file>